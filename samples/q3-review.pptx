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revenue number; the importer is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the onboarding team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board for budget for a second storage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short;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product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 quarter on quarter.</a:t>
            </a:r>
          </a:p>
          <a:p>
            <a:r>
              <a:t>Importer shipped to all customers on 2 September.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Self-serve onboarding cut setup time from 3 days to 40 minutes.</a:t>
            </a:r>
          </a:p>
          <a:p>
            <a:r>
              <a:t>Churn fell to 1.9%.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 vendor lock-in: 70% of data on one provider.</a:t>
            </a:r>
          </a:p>
          <a:p>
            <a:r>
              <a:t>Two senior engineers still to hire.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public API by 15 November.</a:t>
            </a:r>
          </a:p>
          <a:p>
            <a:r>
              <a:t>Open the Singapore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product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